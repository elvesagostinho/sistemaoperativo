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E8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7E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 FUTURO DA NOSSA EMPRESA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0F2F1"/>
                </a:solidFill>
              </a:rPr>
              <a:t>Apresentação Executiva Gerada por Inteligência Artificial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Futuro da Nossa Empresa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Uma visão estratégica para crescimento sustentável, inovação contínua e maior impacto no mercado.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Onde Estamos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Temos uma base operacional sólida, conhecimento interno acumulado e capacidade para servir melhor clientes, colaboradores e parceiros.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Tendências que Vão Moldar o Mercado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Digitalização acelerada, inteligência artificial, automação de processos, decisões baseadas em dados e maior exigência na experiência do cliente.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Nossa Visão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Ser uma empresa mais ágil, tecnológica e centrada no cliente, mantendo proximidade humana, qualidade de serviço e eficiência operacional.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Pilares Estratégicos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Inovação e tecnologia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Excelência operacional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Desenvolvimento de pessoas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4. Experiência do cliente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5. Crescimento sustentável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Transformação Digital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Automatizar tarefas repetitivas, integrar sistemas, usar dados em tempo real e melhorar a produtividade com ferramentas inteligentes.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Pessoas e Cultura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Investir em formação, liderança, colaboração entre equipas e uma cultura de responsabilidade, criatividade e melhoria contínua.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Clientes no Centro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Antecipar necessidades, responder com rapidez, personalizar soluções e criar relações de confiança de longo prazo.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Crescimento Sustentável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Expandir com controlo financeiro, parcerias estratégicas, novos serviços e processos internos preparados para escalar.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Definir prioridades trimestrais, medir indicadores-chave, envolver as equipas e transformar a visão em planos de execução concretos.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Mensagem Final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O futuro da nossa empresa será construído com foco, inovação, disciplina e pessoas comprometidas com um objetivo comum.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2026-06-26T14:17:34Z</dcterms:created>
  <dcterms:modified xsi:type="dcterms:W3CDTF">2026-06-26T14:17:34Z</dcterms:modified>
</cp:coreProperties>
</file>